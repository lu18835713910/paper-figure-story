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6"/>
    <p:sldId id="266" r:id="rId18"/>
  </p:sldIdLst>
  <p:sldSz cx="12191695" cy="6858000" type="screen4x3"/>
  <p:notesSz cx="6858000" cy="9144000"/>
  <p:defaultTextStyle>
    <a:defPPr>
      <a:defRPr lang="en-US">
        <a:latin typeface="Times New Roman"/>
        <a:ea typeface="Microsoft YaHei"/>
        <a:cs typeface="Times New Roman"/>
      </a:defRPr>
    </a:defPPr>
    <a:lvl1pPr marL="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fld id="{0F89C1C7-3DCD-1040-A9CF-14679D8B5DDD}" type="datetimeFigureOut">
              <a:rPr lang="en-US" smtClean="0">
                <a:latin typeface="Times New Roman"/>
                <a:ea typeface="Microsoft YaHei"/>
                <a:cs typeface="Times New Roman"/>
              </a:rPr>
              <a:t>10/17/16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  <a:ea typeface="Microsoft YaHei"/>
                <a:cs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  <a:ea typeface="Microsoft YaHei"/>
                <a:cs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  <a:ea typeface="Microsoft YaHei"/>
                <a:cs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  <a:ea typeface="Microsoft YaHei"/>
                <a:cs typeface="Times New Roman"/>
              </a:rPr>
              <a:t>Fifth level</a:t>
            </a:r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fld id="{BB5E49A5-4136-284D-997B-48E1D791AD67}" type="slidenum">
              <a:rPr lang="en-US" smtClean="0">
                <a:latin typeface="Times New Roman"/>
                <a:ea typeface="Microsoft YaHei"/>
                <a:cs typeface="Times New Roman"/>
              </a:rPr>
              <a:t>‹#›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本页问题：让原始图像承载证据，让文字讲清科研问题</a:t>
            </a:r>
          </a:p>
          <a:p/>
          <a:p>
            <a:r>
              <a:t>来源：Paper Figure Story v1.1.0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本页问题：一页科研故事要讲清什么？</a:t>
            </a:r>
          </a:p>
          <a:p/>
          <a:p>
            <a:r>
              <a:t>背景与边界：先明确问题，再对照实际对象和读数，最后说明证据可以支持到哪一层。</a:t>
            </a:r>
          </a:p>
          <a:p/>
          <a:p>
            <a:r>
              <a:t>讲述要点：</a:t>
            </a:r>
          </a:p>
          <a:p>
            <a:r>
              <a:t>原始Figure与实验/分析对照</a:t>
            </a:r>
          </a:p>
          <a:p>
            <a:r>
              <a:t>具体发现、关键数字与阶段认识</a:t>
            </a:r>
          </a:p>
          <a:p>
            <a:r>
              <a:t>无法证明的机制与下一项问题</a:t>
            </a:r>
          </a:p>
          <a:p/>
          <a:p>
            <a:r>
              <a:t>来源：Paper Figure Story · authored layout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title style</a:t>
            </a:r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/>
                <a:ea typeface="Microsoft YaHei"/>
                <a:cs typeface="Times New Roman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/>
                <a:ea typeface="Microsoft YaHei"/>
                <a:cs typeface="Times New Roman"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/>
                <a:ea typeface="Microsoft YaHei"/>
                <a:cs typeface="Times New Roman"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/>
                <a:ea typeface="Microsoft YaHei"/>
                <a:cs typeface="Times New Roman"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/>
                <a:ea typeface="Microsoft YaHei"/>
                <a:cs typeface="Times New Roman"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/>
                <a:ea typeface="Microsoft YaHei"/>
                <a:cs typeface="Times New Roman"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/>
                <a:ea typeface="Microsoft YaHei"/>
                <a:cs typeface="Times New Roman"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/>
                <a:ea typeface="Microsoft YaHei"/>
                <a:cs typeface="Times New Roman"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/>
                <a:ea typeface="Microsoft YaHei"/>
                <a:cs typeface="Times New Roman"/>
              </a:defRPr>
            </a:lvl9pPr>
          </a:lstStyle>
          <a:p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subtitle style</a:t>
            </a:r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Times New Roman"/>
                <a:ea typeface="Microsoft YaHei"/>
                <a:cs typeface="Times New Roman"/>
              </a:rPr>
              <a:t>1/27/13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/>
                <a:ea typeface="Microsoft YaHei"/>
                <a:cs typeface="Times New Roman"/>
              </a:rPr>
              <a:t>‹#›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title style</a:t>
            </a:r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  <a:ea typeface="Microsoft YaHei"/>
                <a:cs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  <a:ea typeface="Microsoft YaHei"/>
                <a:cs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  <a:ea typeface="Microsoft YaHei"/>
                <a:cs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  <a:ea typeface="Microsoft YaHei"/>
                <a:cs typeface="Times New Roman"/>
              </a:rPr>
              <a:t>Fifth level</a:t>
            </a:r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Times New Roman"/>
                <a:ea typeface="Microsoft YaHei"/>
                <a:cs typeface="Times New Roman"/>
              </a:rPr>
              <a:t>1/27/13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/>
                <a:ea typeface="Microsoft YaHei"/>
                <a:cs typeface="Times New Roman"/>
              </a:rPr>
              <a:t>‹#›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Times New Roman"/>
                <a:ea typeface="Microsoft YaHei"/>
                <a:cs typeface="Times New Roman"/>
              </a:defRPr>
            </a:lvl1pPr>
          </a:lstStyle>
          <a:p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title style</a:t>
            </a:r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Times New Roman"/>
                <a:ea typeface="Microsoft YaHei"/>
                <a:cs typeface="Times New Roman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Times New Roman"/>
                <a:ea typeface="Microsoft YaHei"/>
                <a:cs typeface="Times New Roman"/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Times New Roman"/>
                <a:ea typeface="Microsoft YaHei"/>
                <a:cs typeface="Times New Roman"/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Times New Roman"/>
                <a:ea typeface="Microsoft YaHei"/>
                <a:cs typeface="Times New Roman"/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Times New Roman"/>
                <a:ea typeface="Microsoft YaHei"/>
                <a:cs typeface="Times New Roman"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Times New Roman"/>
                <a:ea typeface="Microsoft YaHei"/>
                <a:cs typeface="Times New Roman"/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Times New Roman"/>
                <a:ea typeface="Microsoft YaHei"/>
                <a:cs typeface="Times New Roman"/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Times New Roman"/>
                <a:ea typeface="Microsoft YaHei"/>
                <a:cs typeface="Times New Roman"/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Times New Roman"/>
                <a:ea typeface="Microsoft YaHei"/>
                <a:cs typeface="Times New Roman"/>
              </a:defRPr>
            </a:lvl9pPr>
          </a:lstStyle>
          <a:p>
            <a:pPr lvl="0"/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Times New Roman"/>
                <a:ea typeface="Microsoft YaHei"/>
                <a:cs typeface="Times New Roman"/>
              </a:rPr>
              <a:t>1/27/13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/>
                <a:ea typeface="Microsoft YaHei"/>
                <a:cs typeface="Times New Roman"/>
              </a:rPr>
              <a:t>‹#›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title style</a:t>
            </a:r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Times New Roman"/>
                <a:ea typeface="Microsoft YaHei"/>
                <a:cs typeface="Times New Roman"/>
              </a:defRPr>
            </a:lvl1pPr>
            <a:lvl2pPr>
              <a:defRPr sz="2400">
                <a:latin typeface="Times New Roman"/>
                <a:ea typeface="Microsoft YaHei"/>
                <a:cs typeface="Times New Roman"/>
              </a:defRPr>
            </a:lvl2pPr>
            <a:lvl3pPr>
              <a:defRPr sz="2000">
                <a:latin typeface="Times New Roman"/>
                <a:ea typeface="Microsoft YaHei"/>
                <a:cs typeface="Times New Roman"/>
              </a:defRPr>
            </a:lvl3pPr>
            <a:lvl4pPr>
              <a:defRPr sz="1800">
                <a:latin typeface="Times New Roman"/>
                <a:ea typeface="Microsoft YaHei"/>
                <a:cs typeface="Times New Roman"/>
              </a:defRPr>
            </a:lvl4pPr>
            <a:lvl5pPr>
              <a:defRPr sz="1800">
                <a:latin typeface="Times New Roman"/>
                <a:ea typeface="Microsoft YaHei"/>
                <a:cs typeface="Times New Roman"/>
              </a:defRPr>
            </a:lvl5pPr>
            <a:lvl6pPr>
              <a:defRPr sz="1800">
                <a:latin typeface="Times New Roman"/>
                <a:ea typeface="Microsoft YaHei"/>
                <a:cs typeface="Times New Roman"/>
              </a:defRPr>
            </a:lvl6pPr>
            <a:lvl7pPr>
              <a:defRPr sz="1800">
                <a:latin typeface="Times New Roman"/>
                <a:ea typeface="Microsoft YaHei"/>
                <a:cs typeface="Times New Roman"/>
              </a:defRPr>
            </a:lvl7pPr>
            <a:lvl8pPr>
              <a:defRPr sz="1800">
                <a:latin typeface="Times New Roman"/>
                <a:ea typeface="Microsoft YaHei"/>
                <a:cs typeface="Times New Roman"/>
              </a:defRPr>
            </a:lvl8pPr>
            <a:lvl9pPr>
              <a:defRPr sz="1800">
                <a:latin typeface="Times New Roman"/>
                <a:ea typeface="Microsoft YaHei"/>
                <a:cs typeface="Times New Roman"/>
              </a:defRPr>
            </a:lvl9pPr>
          </a:lstStyle>
          <a:p>
            <a:pPr lvl="0"/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  <a:ea typeface="Microsoft YaHei"/>
                <a:cs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  <a:ea typeface="Microsoft YaHei"/>
                <a:cs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  <a:ea typeface="Microsoft YaHei"/>
                <a:cs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  <a:ea typeface="Microsoft YaHei"/>
                <a:cs typeface="Times New Roman"/>
              </a:rPr>
              <a:t>Fifth level</a:t>
            </a:r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Times New Roman"/>
                <a:ea typeface="Microsoft YaHei"/>
                <a:cs typeface="Times New Roman"/>
              </a:defRPr>
            </a:lvl1pPr>
            <a:lvl2pPr>
              <a:defRPr sz="2400">
                <a:latin typeface="Times New Roman"/>
                <a:ea typeface="Microsoft YaHei"/>
                <a:cs typeface="Times New Roman"/>
              </a:defRPr>
            </a:lvl2pPr>
            <a:lvl3pPr>
              <a:defRPr sz="2000">
                <a:latin typeface="Times New Roman"/>
                <a:ea typeface="Microsoft YaHei"/>
                <a:cs typeface="Times New Roman"/>
              </a:defRPr>
            </a:lvl3pPr>
            <a:lvl4pPr>
              <a:defRPr sz="1800">
                <a:latin typeface="Times New Roman"/>
                <a:ea typeface="Microsoft YaHei"/>
                <a:cs typeface="Times New Roman"/>
              </a:defRPr>
            </a:lvl4pPr>
            <a:lvl5pPr>
              <a:defRPr sz="1800">
                <a:latin typeface="Times New Roman"/>
                <a:ea typeface="Microsoft YaHei"/>
                <a:cs typeface="Times New Roman"/>
              </a:defRPr>
            </a:lvl5pPr>
            <a:lvl6pPr>
              <a:defRPr sz="1800">
                <a:latin typeface="Times New Roman"/>
                <a:ea typeface="Microsoft YaHei"/>
                <a:cs typeface="Times New Roman"/>
              </a:defRPr>
            </a:lvl6pPr>
            <a:lvl7pPr>
              <a:defRPr sz="1800">
                <a:latin typeface="Times New Roman"/>
                <a:ea typeface="Microsoft YaHei"/>
                <a:cs typeface="Times New Roman"/>
              </a:defRPr>
            </a:lvl7pPr>
            <a:lvl8pPr>
              <a:defRPr sz="1800">
                <a:latin typeface="Times New Roman"/>
                <a:ea typeface="Microsoft YaHei"/>
                <a:cs typeface="Times New Roman"/>
              </a:defRPr>
            </a:lvl8pPr>
            <a:lvl9pPr>
              <a:defRPr sz="1800">
                <a:latin typeface="Times New Roman"/>
                <a:ea typeface="Microsoft YaHei"/>
                <a:cs typeface="Times New Roman"/>
              </a:defRPr>
            </a:lvl9pPr>
          </a:lstStyle>
          <a:p>
            <a:pPr lvl="0"/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  <a:ea typeface="Microsoft YaHei"/>
                <a:cs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  <a:ea typeface="Microsoft YaHei"/>
                <a:cs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  <a:ea typeface="Microsoft YaHei"/>
                <a:cs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  <a:ea typeface="Microsoft YaHei"/>
                <a:cs typeface="Times New Roman"/>
              </a:rPr>
              <a:t>Fifth level</a:t>
            </a:r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Times New Roman"/>
                <a:ea typeface="Microsoft YaHei"/>
                <a:cs typeface="Times New Roman"/>
              </a:rPr>
              <a:t>1/27/13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/>
                <a:ea typeface="Microsoft YaHei"/>
                <a:cs typeface="Times New Roman"/>
              </a:rPr>
              <a:t>‹#›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/>
                <a:ea typeface="Microsoft YaHei"/>
                <a:cs typeface="Times New Roman"/>
              </a:defRPr>
            </a:lvl1pPr>
          </a:lstStyle>
          <a:p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title style</a:t>
            </a:r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/>
                <a:ea typeface="Microsoft YaHei"/>
                <a:cs typeface="Times New Roman"/>
              </a:defRPr>
            </a:lvl1pPr>
            <a:lvl2pPr marL="457200" indent="0">
              <a:buNone/>
              <a:defRPr sz="2000" b="1">
                <a:latin typeface="Times New Roman"/>
                <a:ea typeface="Microsoft YaHei"/>
                <a:cs typeface="Times New Roman"/>
              </a:defRPr>
            </a:lvl2pPr>
            <a:lvl3pPr marL="914400" indent="0">
              <a:buNone/>
              <a:defRPr sz="1800" b="1">
                <a:latin typeface="Times New Roman"/>
                <a:ea typeface="Microsoft YaHei"/>
                <a:cs typeface="Times New Roman"/>
              </a:defRPr>
            </a:lvl3pPr>
            <a:lvl4pPr marL="1371600" indent="0">
              <a:buNone/>
              <a:defRPr sz="1600" b="1">
                <a:latin typeface="Times New Roman"/>
                <a:ea typeface="Microsoft YaHei"/>
                <a:cs typeface="Times New Roman"/>
              </a:defRPr>
            </a:lvl4pPr>
            <a:lvl5pPr marL="1828800" indent="0">
              <a:buNone/>
              <a:defRPr sz="1600" b="1">
                <a:latin typeface="Times New Roman"/>
                <a:ea typeface="Microsoft YaHei"/>
                <a:cs typeface="Times New Roman"/>
              </a:defRPr>
            </a:lvl5pPr>
            <a:lvl6pPr marL="2286000" indent="0">
              <a:buNone/>
              <a:defRPr sz="1600" b="1">
                <a:latin typeface="Times New Roman"/>
                <a:ea typeface="Microsoft YaHei"/>
                <a:cs typeface="Times New Roman"/>
              </a:defRPr>
            </a:lvl6pPr>
            <a:lvl7pPr marL="2743200" indent="0">
              <a:buNone/>
              <a:defRPr sz="1600" b="1">
                <a:latin typeface="Times New Roman"/>
                <a:ea typeface="Microsoft YaHei"/>
                <a:cs typeface="Times New Roman"/>
              </a:defRPr>
            </a:lvl7pPr>
            <a:lvl8pPr marL="3200400" indent="0">
              <a:buNone/>
              <a:defRPr sz="1600" b="1">
                <a:latin typeface="Times New Roman"/>
                <a:ea typeface="Microsoft YaHei"/>
                <a:cs typeface="Times New Roman"/>
              </a:defRPr>
            </a:lvl8pPr>
            <a:lvl9pPr marL="3657600" indent="0">
              <a:buNone/>
              <a:defRPr sz="1600" b="1">
                <a:latin typeface="Times New Roman"/>
                <a:ea typeface="Microsoft YaHei"/>
                <a:cs typeface="Times New Roman"/>
              </a:defRPr>
            </a:lvl9pPr>
          </a:lstStyle>
          <a:p>
            <a:pPr lvl="0"/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Times New Roman"/>
                <a:ea typeface="Microsoft YaHei"/>
                <a:cs typeface="Times New Roman"/>
              </a:defRPr>
            </a:lvl1pPr>
            <a:lvl2pPr>
              <a:defRPr sz="2000">
                <a:latin typeface="Times New Roman"/>
                <a:ea typeface="Microsoft YaHei"/>
                <a:cs typeface="Times New Roman"/>
              </a:defRPr>
            </a:lvl2pPr>
            <a:lvl3pPr>
              <a:defRPr sz="1800">
                <a:latin typeface="Times New Roman"/>
                <a:ea typeface="Microsoft YaHei"/>
                <a:cs typeface="Times New Roman"/>
              </a:defRPr>
            </a:lvl3pPr>
            <a:lvl4pPr>
              <a:defRPr sz="1600">
                <a:latin typeface="Times New Roman"/>
                <a:ea typeface="Microsoft YaHei"/>
                <a:cs typeface="Times New Roman"/>
              </a:defRPr>
            </a:lvl4pPr>
            <a:lvl5pPr>
              <a:defRPr sz="1600">
                <a:latin typeface="Times New Roman"/>
                <a:ea typeface="Microsoft YaHei"/>
                <a:cs typeface="Times New Roman"/>
              </a:defRPr>
            </a:lvl5pPr>
            <a:lvl6pPr>
              <a:defRPr sz="1600">
                <a:latin typeface="Times New Roman"/>
                <a:ea typeface="Microsoft YaHei"/>
                <a:cs typeface="Times New Roman"/>
              </a:defRPr>
            </a:lvl6pPr>
            <a:lvl7pPr>
              <a:defRPr sz="1600">
                <a:latin typeface="Times New Roman"/>
                <a:ea typeface="Microsoft YaHei"/>
                <a:cs typeface="Times New Roman"/>
              </a:defRPr>
            </a:lvl7pPr>
            <a:lvl8pPr>
              <a:defRPr sz="1600">
                <a:latin typeface="Times New Roman"/>
                <a:ea typeface="Microsoft YaHei"/>
                <a:cs typeface="Times New Roman"/>
              </a:defRPr>
            </a:lvl8pPr>
            <a:lvl9pPr>
              <a:defRPr sz="1600">
                <a:latin typeface="Times New Roman"/>
                <a:ea typeface="Microsoft YaHei"/>
                <a:cs typeface="Times New Roman"/>
              </a:defRPr>
            </a:lvl9pPr>
          </a:lstStyle>
          <a:p>
            <a:pPr lvl="0"/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  <a:ea typeface="Microsoft YaHei"/>
                <a:cs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  <a:ea typeface="Microsoft YaHei"/>
                <a:cs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  <a:ea typeface="Microsoft YaHei"/>
                <a:cs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  <a:ea typeface="Microsoft YaHei"/>
                <a:cs typeface="Times New Roman"/>
              </a:rPr>
              <a:t>Fifth level</a:t>
            </a:r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/>
                <a:ea typeface="Microsoft YaHei"/>
                <a:cs typeface="Times New Roman"/>
              </a:defRPr>
            </a:lvl1pPr>
            <a:lvl2pPr marL="457200" indent="0">
              <a:buNone/>
              <a:defRPr sz="2000" b="1">
                <a:latin typeface="Times New Roman"/>
                <a:ea typeface="Microsoft YaHei"/>
                <a:cs typeface="Times New Roman"/>
              </a:defRPr>
            </a:lvl2pPr>
            <a:lvl3pPr marL="914400" indent="0">
              <a:buNone/>
              <a:defRPr sz="1800" b="1">
                <a:latin typeface="Times New Roman"/>
                <a:ea typeface="Microsoft YaHei"/>
                <a:cs typeface="Times New Roman"/>
              </a:defRPr>
            </a:lvl3pPr>
            <a:lvl4pPr marL="1371600" indent="0">
              <a:buNone/>
              <a:defRPr sz="1600" b="1">
                <a:latin typeface="Times New Roman"/>
                <a:ea typeface="Microsoft YaHei"/>
                <a:cs typeface="Times New Roman"/>
              </a:defRPr>
            </a:lvl4pPr>
            <a:lvl5pPr marL="1828800" indent="0">
              <a:buNone/>
              <a:defRPr sz="1600" b="1">
                <a:latin typeface="Times New Roman"/>
                <a:ea typeface="Microsoft YaHei"/>
                <a:cs typeface="Times New Roman"/>
              </a:defRPr>
            </a:lvl5pPr>
            <a:lvl6pPr marL="2286000" indent="0">
              <a:buNone/>
              <a:defRPr sz="1600" b="1">
                <a:latin typeface="Times New Roman"/>
                <a:ea typeface="Microsoft YaHei"/>
                <a:cs typeface="Times New Roman"/>
              </a:defRPr>
            </a:lvl6pPr>
            <a:lvl7pPr marL="2743200" indent="0">
              <a:buNone/>
              <a:defRPr sz="1600" b="1">
                <a:latin typeface="Times New Roman"/>
                <a:ea typeface="Microsoft YaHei"/>
                <a:cs typeface="Times New Roman"/>
              </a:defRPr>
            </a:lvl7pPr>
            <a:lvl8pPr marL="3200400" indent="0">
              <a:buNone/>
              <a:defRPr sz="1600" b="1">
                <a:latin typeface="Times New Roman"/>
                <a:ea typeface="Microsoft YaHei"/>
                <a:cs typeface="Times New Roman"/>
              </a:defRPr>
            </a:lvl8pPr>
            <a:lvl9pPr marL="3657600" indent="0">
              <a:buNone/>
              <a:defRPr sz="1600" b="1">
                <a:latin typeface="Times New Roman"/>
                <a:ea typeface="Microsoft YaHei"/>
                <a:cs typeface="Times New Roman"/>
              </a:defRPr>
            </a:lvl9pPr>
          </a:lstStyle>
          <a:p>
            <a:pPr lvl="0"/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Times New Roman"/>
                <a:ea typeface="Microsoft YaHei"/>
                <a:cs typeface="Times New Roman"/>
              </a:defRPr>
            </a:lvl1pPr>
            <a:lvl2pPr>
              <a:defRPr sz="2000">
                <a:latin typeface="Times New Roman"/>
                <a:ea typeface="Microsoft YaHei"/>
                <a:cs typeface="Times New Roman"/>
              </a:defRPr>
            </a:lvl2pPr>
            <a:lvl3pPr>
              <a:defRPr sz="1800">
                <a:latin typeface="Times New Roman"/>
                <a:ea typeface="Microsoft YaHei"/>
                <a:cs typeface="Times New Roman"/>
              </a:defRPr>
            </a:lvl3pPr>
            <a:lvl4pPr>
              <a:defRPr sz="1600">
                <a:latin typeface="Times New Roman"/>
                <a:ea typeface="Microsoft YaHei"/>
                <a:cs typeface="Times New Roman"/>
              </a:defRPr>
            </a:lvl4pPr>
            <a:lvl5pPr>
              <a:defRPr sz="1600">
                <a:latin typeface="Times New Roman"/>
                <a:ea typeface="Microsoft YaHei"/>
                <a:cs typeface="Times New Roman"/>
              </a:defRPr>
            </a:lvl5pPr>
            <a:lvl6pPr>
              <a:defRPr sz="1600">
                <a:latin typeface="Times New Roman"/>
                <a:ea typeface="Microsoft YaHei"/>
                <a:cs typeface="Times New Roman"/>
              </a:defRPr>
            </a:lvl6pPr>
            <a:lvl7pPr>
              <a:defRPr sz="1600">
                <a:latin typeface="Times New Roman"/>
                <a:ea typeface="Microsoft YaHei"/>
                <a:cs typeface="Times New Roman"/>
              </a:defRPr>
            </a:lvl7pPr>
            <a:lvl8pPr>
              <a:defRPr sz="1600">
                <a:latin typeface="Times New Roman"/>
                <a:ea typeface="Microsoft YaHei"/>
                <a:cs typeface="Times New Roman"/>
              </a:defRPr>
            </a:lvl8pPr>
            <a:lvl9pPr>
              <a:defRPr sz="1600">
                <a:latin typeface="Times New Roman"/>
                <a:ea typeface="Microsoft YaHei"/>
                <a:cs typeface="Times New Roman"/>
              </a:defRPr>
            </a:lvl9pPr>
          </a:lstStyle>
          <a:p>
            <a:pPr lvl="0"/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  <a:ea typeface="Microsoft YaHei"/>
                <a:cs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  <a:ea typeface="Microsoft YaHei"/>
                <a:cs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  <a:ea typeface="Microsoft YaHei"/>
                <a:cs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  <a:ea typeface="Microsoft YaHei"/>
                <a:cs typeface="Times New Roman"/>
              </a:rPr>
              <a:t>Fifth level</a:t>
            </a:r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Times New Roman"/>
                <a:ea typeface="Microsoft YaHei"/>
                <a:cs typeface="Times New Roman"/>
              </a:rPr>
              <a:t>1/27/13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/>
                <a:ea typeface="Microsoft YaHei"/>
                <a:cs typeface="Times New Roman"/>
              </a:rPr>
              <a:t>‹#›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title style</a:t>
            </a:r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Times New Roman"/>
                <a:ea typeface="Microsoft YaHei"/>
                <a:cs typeface="Times New Roman"/>
              </a:rPr>
              <a:t>1/27/13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/>
                <a:ea typeface="Microsoft YaHei"/>
                <a:cs typeface="Times New Roman"/>
              </a:rPr>
              <a:t>‹#›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Times New Roman"/>
                <a:ea typeface="Microsoft YaHei"/>
                <a:cs typeface="Times New Roman"/>
              </a:rPr>
              <a:t>1/27/13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/>
                <a:ea typeface="Microsoft YaHei"/>
                <a:cs typeface="Times New Roman"/>
              </a:rPr>
              <a:t>‹#›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Times New Roman"/>
                <a:ea typeface="Microsoft YaHei"/>
                <a:cs typeface="Times New Roman"/>
              </a:defRPr>
            </a:lvl1pPr>
          </a:lstStyle>
          <a:p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title style</a:t>
            </a:r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Times New Roman"/>
                <a:ea typeface="Microsoft YaHei"/>
                <a:cs typeface="Times New Roman"/>
              </a:defRPr>
            </a:lvl1pPr>
            <a:lvl2pPr>
              <a:defRPr sz="2800">
                <a:latin typeface="Times New Roman"/>
                <a:ea typeface="Microsoft YaHei"/>
                <a:cs typeface="Times New Roman"/>
              </a:defRPr>
            </a:lvl2pPr>
            <a:lvl3pPr>
              <a:defRPr sz="2400">
                <a:latin typeface="Times New Roman"/>
                <a:ea typeface="Microsoft YaHei"/>
                <a:cs typeface="Times New Roman"/>
              </a:defRPr>
            </a:lvl3pPr>
            <a:lvl4pPr>
              <a:defRPr sz="2000">
                <a:latin typeface="Times New Roman"/>
                <a:ea typeface="Microsoft YaHei"/>
                <a:cs typeface="Times New Roman"/>
              </a:defRPr>
            </a:lvl4pPr>
            <a:lvl5pPr>
              <a:defRPr sz="2000">
                <a:latin typeface="Times New Roman"/>
                <a:ea typeface="Microsoft YaHei"/>
                <a:cs typeface="Times New Roman"/>
              </a:defRPr>
            </a:lvl5pPr>
            <a:lvl6pPr>
              <a:defRPr sz="2000">
                <a:latin typeface="Times New Roman"/>
                <a:ea typeface="Microsoft YaHei"/>
                <a:cs typeface="Times New Roman"/>
              </a:defRPr>
            </a:lvl6pPr>
            <a:lvl7pPr>
              <a:defRPr sz="2000">
                <a:latin typeface="Times New Roman"/>
                <a:ea typeface="Microsoft YaHei"/>
                <a:cs typeface="Times New Roman"/>
              </a:defRPr>
            </a:lvl7pPr>
            <a:lvl8pPr>
              <a:defRPr sz="2000">
                <a:latin typeface="Times New Roman"/>
                <a:ea typeface="Microsoft YaHei"/>
                <a:cs typeface="Times New Roman"/>
              </a:defRPr>
            </a:lvl8pPr>
            <a:lvl9pPr>
              <a:defRPr sz="2000">
                <a:latin typeface="Times New Roman"/>
                <a:ea typeface="Microsoft YaHei"/>
                <a:cs typeface="Times New Roman"/>
              </a:defRPr>
            </a:lvl9pPr>
          </a:lstStyle>
          <a:p>
            <a:pPr lvl="0"/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  <a:ea typeface="Microsoft YaHei"/>
                <a:cs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  <a:ea typeface="Microsoft YaHei"/>
                <a:cs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  <a:ea typeface="Microsoft YaHei"/>
                <a:cs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  <a:ea typeface="Microsoft YaHei"/>
                <a:cs typeface="Times New Roman"/>
              </a:rPr>
              <a:t>Fifth level</a:t>
            </a:r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Times New Roman"/>
                <a:ea typeface="Microsoft YaHei"/>
                <a:cs typeface="Times New Roman"/>
              </a:defRPr>
            </a:lvl1pPr>
            <a:lvl2pPr marL="457200" indent="0">
              <a:buNone/>
              <a:defRPr sz="1200">
                <a:latin typeface="Times New Roman"/>
                <a:ea typeface="Microsoft YaHei"/>
                <a:cs typeface="Times New Roman"/>
              </a:defRPr>
            </a:lvl2pPr>
            <a:lvl3pPr marL="914400" indent="0">
              <a:buNone/>
              <a:defRPr sz="1000">
                <a:latin typeface="Times New Roman"/>
                <a:ea typeface="Microsoft YaHei"/>
                <a:cs typeface="Times New Roman"/>
              </a:defRPr>
            </a:lvl3pPr>
            <a:lvl4pPr marL="1371600" indent="0">
              <a:buNone/>
              <a:defRPr sz="900">
                <a:latin typeface="Times New Roman"/>
                <a:ea typeface="Microsoft YaHei"/>
                <a:cs typeface="Times New Roman"/>
              </a:defRPr>
            </a:lvl4pPr>
            <a:lvl5pPr marL="1828800" indent="0">
              <a:buNone/>
              <a:defRPr sz="900">
                <a:latin typeface="Times New Roman"/>
                <a:ea typeface="Microsoft YaHei"/>
                <a:cs typeface="Times New Roman"/>
              </a:defRPr>
            </a:lvl5pPr>
            <a:lvl6pPr marL="2286000" indent="0">
              <a:buNone/>
              <a:defRPr sz="900">
                <a:latin typeface="Times New Roman"/>
                <a:ea typeface="Microsoft YaHei"/>
                <a:cs typeface="Times New Roman"/>
              </a:defRPr>
            </a:lvl6pPr>
            <a:lvl7pPr marL="2743200" indent="0">
              <a:buNone/>
              <a:defRPr sz="900">
                <a:latin typeface="Times New Roman"/>
                <a:ea typeface="Microsoft YaHei"/>
                <a:cs typeface="Times New Roman"/>
              </a:defRPr>
            </a:lvl7pPr>
            <a:lvl8pPr marL="3200400" indent="0">
              <a:buNone/>
              <a:defRPr sz="900">
                <a:latin typeface="Times New Roman"/>
                <a:ea typeface="Microsoft YaHei"/>
                <a:cs typeface="Times New Roman"/>
              </a:defRPr>
            </a:lvl8pPr>
            <a:lvl9pPr marL="3657600" indent="0">
              <a:buNone/>
              <a:defRPr sz="900">
                <a:latin typeface="Times New Roman"/>
                <a:ea typeface="Microsoft YaHei"/>
                <a:cs typeface="Times New Roman"/>
              </a:defRPr>
            </a:lvl9pPr>
          </a:lstStyle>
          <a:p>
            <a:pPr lvl="0"/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Times New Roman"/>
                <a:ea typeface="Microsoft YaHei"/>
                <a:cs typeface="Times New Roman"/>
              </a:rPr>
              <a:t>1/27/13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/>
                <a:ea typeface="Microsoft YaHei"/>
                <a:cs typeface="Times New Roman"/>
              </a:rPr>
              <a:t>‹#›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Times New Roman"/>
                <a:ea typeface="Microsoft YaHei"/>
                <a:cs typeface="Times New Roman"/>
              </a:defRPr>
            </a:lvl1pPr>
          </a:lstStyle>
          <a:p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title style</a:t>
            </a:r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Times New Roman"/>
                <a:ea typeface="Microsoft YaHei"/>
                <a:cs typeface="Times New Roman"/>
              </a:defRPr>
            </a:lvl1pPr>
            <a:lvl2pPr marL="457200" indent="0">
              <a:buNone/>
              <a:defRPr sz="2800">
                <a:latin typeface="Times New Roman"/>
                <a:ea typeface="Microsoft YaHei"/>
                <a:cs typeface="Times New Roman"/>
              </a:defRPr>
            </a:lvl2pPr>
            <a:lvl3pPr marL="914400" indent="0">
              <a:buNone/>
              <a:defRPr sz="2400">
                <a:latin typeface="Times New Roman"/>
                <a:ea typeface="Microsoft YaHei"/>
                <a:cs typeface="Times New Roman"/>
              </a:defRPr>
            </a:lvl3pPr>
            <a:lvl4pPr marL="1371600" indent="0">
              <a:buNone/>
              <a:defRPr sz="2000">
                <a:latin typeface="Times New Roman"/>
                <a:ea typeface="Microsoft YaHei"/>
                <a:cs typeface="Times New Roman"/>
              </a:defRPr>
            </a:lvl4pPr>
            <a:lvl5pPr marL="1828800" indent="0">
              <a:buNone/>
              <a:defRPr sz="2000">
                <a:latin typeface="Times New Roman"/>
                <a:ea typeface="Microsoft YaHei"/>
                <a:cs typeface="Times New Roman"/>
              </a:defRPr>
            </a:lvl5pPr>
            <a:lvl6pPr marL="2286000" indent="0">
              <a:buNone/>
              <a:defRPr sz="2000">
                <a:latin typeface="Times New Roman"/>
                <a:ea typeface="Microsoft YaHei"/>
                <a:cs typeface="Times New Roman"/>
              </a:defRPr>
            </a:lvl6pPr>
            <a:lvl7pPr marL="2743200" indent="0">
              <a:buNone/>
              <a:defRPr sz="2000">
                <a:latin typeface="Times New Roman"/>
                <a:ea typeface="Microsoft YaHei"/>
                <a:cs typeface="Times New Roman"/>
              </a:defRPr>
            </a:lvl7pPr>
            <a:lvl8pPr marL="3200400" indent="0">
              <a:buNone/>
              <a:defRPr sz="2000">
                <a:latin typeface="Times New Roman"/>
                <a:ea typeface="Microsoft YaHei"/>
                <a:cs typeface="Times New Roman"/>
              </a:defRPr>
            </a:lvl8pPr>
            <a:lvl9pPr marL="3657600" indent="0">
              <a:buNone/>
              <a:defRPr sz="2000">
                <a:latin typeface="Times New Roman"/>
                <a:ea typeface="Microsoft YaHei"/>
                <a:cs typeface="Times New Roman"/>
              </a:defRPr>
            </a:lvl9pPr>
          </a:lstStyle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Times New Roman"/>
                <a:ea typeface="Microsoft YaHei"/>
                <a:cs typeface="Times New Roman"/>
              </a:defRPr>
            </a:lvl1pPr>
            <a:lvl2pPr marL="457200" indent="0">
              <a:buNone/>
              <a:defRPr sz="1200">
                <a:latin typeface="Times New Roman"/>
                <a:ea typeface="Microsoft YaHei"/>
                <a:cs typeface="Times New Roman"/>
              </a:defRPr>
            </a:lvl2pPr>
            <a:lvl3pPr marL="914400" indent="0">
              <a:buNone/>
              <a:defRPr sz="1000">
                <a:latin typeface="Times New Roman"/>
                <a:ea typeface="Microsoft YaHei"/>
                <a:cs typeface="Times New Roman"/>
              </a:defRPr>
            </a:lvl3pPr>
            <a:lvl4pPr marL="1371600" indent="0">
              <a:buNone/>
              <a:defRPr sz="900">
                <a:latin typeface="Times New Roman"/>
                <a:ea typeface="Microsoft YaHei"/>
                <a:cs typeface="Times New Roman"/>
              </a:defRPr>
            </a:lvl4pPr>
            <a:lvl5pPr marL="1828800" indent="0">
              <a:buNone/>
              <a:defRPr sz="900">
                <a:latin typeface="Times New Roman"/>
                <a:ea typeface="Microsoft YaHei"/>
                <a:cs typeface="Times New Roman"/>
              </a:defRPr>
            </a:lvl5pPr>
            <a:lvl6pPr marL="2286000" indent="0">
              <a:buNone/>
              <a:defRPr sz="900">
                <a:latin typeface="Times New Roman"/>
                <a:ea typeface="Microsoft YaHei"/>
                <a:cs typeface="Times New Roman"/>
              </a:defRPr>
            </a:lvl6pPr>
            <a:lvl7pPr marL="2743200" indent="0">
              <a:buNone/>
              <a:defRPr sz="900">
                <a:latin typeface="Times New Roman"/>
                <a:ea typeface="Microsoft YaHei"/>
                <a:cs typeface="Times New Roman"/>
              </a:defRPr>
            </a:lvl7pPr>
            <a:lvl8pPr marL="3200400" indent="0">
              <a:buNone/>
              <a:defRPr sz="900">
                <a:latin typeface="Times New Roman"/>
                <a:ea typeface="Microsoft YaHei"/>
                <a:cs typeface="Times New Roman"/>
              </a:defRPr>
            </a:lvl8pPr>
            <a:lvl9pPr marL="3657600" indent="0">
              <a:buNone/>
              <a:defRPr sz="900">
                <a:latin typeface="Times New Roman"/>
                <a:ea typeface="Microsoft YaHei"/>
                <a:cs typeface="Times New Roman"/>
              </a:defRPr>
            </a:lvl9pPr>
          </a:lstStyle>
          <a:p>
            <a:pPr lvl="0"/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Times New Roman"/>
                <a:ea typeface="Microsoft YaHei"/>
                <a:cs typeface="Times New Roman"/>
              </a:rPr>
              <a:t>1/27/13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/>
                <a:ea typeface="Microsoft YaHei"/>
                <a:cs typeface="Times New Roman"/>
              </a:rPr>
              <a:t>‹#›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title style</a:t>
            </a:r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  <a:ea typeface="Microsoft YaHei"/>
                <a:cs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  <a:ea typeface="Microsoft YaHei"/>
                <a:cs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  <a:ea typeface="Microsoft YaHei"/>
                <a:cs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  <a:ea typeface="Microsoft YaHei"/>
                <a:cs typeface="Times New Roman"/>
              </a:rPr>
              <a:t>Fifth level</a:t>
            </a:r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Times New Roman"/>
                <a:ea typeface="Microsoft YaHei"/>
                <a:cs typeface="Times New Roman"/>
              </a:rPr>
              <a:t>1/27/13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/>
                <a:ea typeface="Microsoft YaHei"/>
                <a:cs typeface="Times New Roman"/>
              </a:rPr>
              <a:t>‹#›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title style</a:t>
            </a:r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  <a:ea typeface="Microsoft YaHei"/>
                <a:cs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  <a:ea typeface="Microsoft YaHei"/>
                <a:cs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  <a:ea typeface="Microsoft YaHei"/>
                <a:cs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  <a:ea typeface="Microsoft YaHei"/>
                <a:cs typeface="Times New Roman"/>
              </a:rPr>
              <a:t>Fifth level</a:t>
            </a:r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Times New Roman"/>
                <a:ea typeface="Microsoft YaHei"/>
                <a:cs typeface="Times New Roman"/>
              </a:rPr>
              <a:t>1/27/13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/>
                <a:ea typeface="Microsoft YaHei"/>
                <a:cs typeface="Times New Roman"/>
              </a:rPr>
              <a:t>‹#›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title style</a:t>
            </a:r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latin typeface="Times New Roman"/>
                <a:ea typeface="Microsoft YaHei"/>
                <a:cs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  <a:ea typeface="Microsoft YaHei"/>
                <a:cs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  <a:ea typeface="Microsoft YaHei"/>
                <a:cs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  <a:ea typeface="Microsoft YaHei"/>
                <a:cs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  <a:ea typeface="Microsoft YaHei"/>
                <a:cs typeface="Times New Roman"/>
              </a:rPr>
              <a:t>Fifth level</a:t>
            </a:r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/>
                <a:ea typeface="Microsoft YaHei"/>
                <a:cs typeface="Times New Roman"/>
              </a:defRPr>
            </a:lvl1pPr>
          </a:lstStyle>
          <a:p>
            <a:fld id="{5BCAD085-E8A6-8845-BD4E-CB4CCA059FC4}" type="datetimeFigureOut">
              <a:rPr lang="en-US" smtClean="0">
                <a:latin typeface="Times New Roman"/>
                <a:ea typeface="Microsoft YaHei"/>
                <a:cs typeface="Times New Roman"/>
              </a:rPr>
              <a:t>1/27/13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/>
                <a:ea typeface="Microsoft YaHei"/>
                <a:cs typeface="Times New Roman"/>
              </a:defRPr>
            </a:lvl1pPr>
          </a:lstStyle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/>
                <a:ea typeface="Microsoft YaHei"/>
                <a:cs typeface="Times New Roman"/>
              </a:defRPr>
            </a:lvl1pPr>
          </a:lstStyle>
          <a:p>
            <a:fld id="{C1FF6DA9-008F-8B48-92A6-B652298478BF}" type="slidenum">
              <a:rPr lang="en-US" smtClean="0">
                <a:latin typeface="Times New Roman"/>
                <a:ea typeface="Microsoft YaHei"/>
                <a:cs typeface="Times New Roman"/>
              </a:rPr>
              <a:t>‹#›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9pPr>
    </p:bodyStyle>
    <p:otherStyle>
      <a:defPPr>
        <a:defRPr lang="en-US">
          <a:latin typeface="Times New Roman"/>
          <a:ea typeface="Microsoft YaHei"/>
          <a:cs typeface="Times New Roman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cov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_lowerband"/>
          <p:cNvSpPr/>
          <p:nvPr/>
        </p:nvSpPr>
        <p:spPr>
          <a:xfrm>
            <a:off x="0" y="6062472"/>
            <a:ext cx="12191695" cy="795528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_accentline"/>
          <p:cNvSpPr/>
          <p:nvPr/>
        </p:nvSpPr>
        <p:spPr>
          <a:xfrm>
            <a:off x="914400" y="1444752"/>
            <a:ext cx="128016" cy="3337560"/>
          </a:xfrm>
          <a:prstGeom prst="rect">
            <a:avLst/>
          </a:prstGeom>
          <a:solidFill>
            <a:srgbClr val="337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_cornerline"/>
          <p:cNvSpPr/>
          <p:nvPr/>
        </p:nvSpPr>
        <p:spPr>
          <a:xfrm>
            <a:off x="9966960" y="804672"/>
            <a:ext cx="1243584" cy="64008"/>
          </a:xfrm>
          <a:prstGeom prst="rect">
            <a:avLst/>
          </a:prstGeom>
          <a:solidFill>
            <a:srgbClr val="337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FS_SECTION"/>
          <p:cNvSpPr txBox="1"/>
          <p:nvPr/>
        </p:nvSpPr>
        <p:spPr>
          <a:xfrm>
            <a:off x="1115568" y="1051560"/>
            <a:ext cx="9875520" cy="34747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1400">
                <a:solidFill>
                  <a:srgbClr val="3372C5"/>
                </a:solidFill>
                <a:latin typeface="Times New Roman"/>
                <a:ea typeface="Microsoft YaHei"/>
                <a:cs typeface="Times New Roman"/>
              </a:rPr>
              <a:t>RESEARCH PRESENTATION</a:t>
            </a:r>
          </a:p>
        </p:txBody>
      </p:sp>
      <p:sp>
        <p:nvSpPr>
          <p:cNvPr id="7" name="PFS_TITLE"/>
          <p:cNvSpPr txBox="1"/>
          <p:nvPr/>
        </p:nvSpPr>
        <p:spPr>
          <a:xfrm>
            <a:off x="1115568" y="1755648"/>
            <a:ext cx="9738360" cy="16002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350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让原始图像承载证据，让文字讲清科研问题</a:t>
            </a:r>
          </a:p>
        </p:txBody>
      </p:sp>
      <p:sp>
        <p:nvSpPr>
          <p:cNvPr id="8" name="PFS_SUBTITLE"/>
          <p:cNvSpPr txBox="1"/>
          <p:nvPr/>
        </p:nvSpPr>
        <p:spPr>
          <a:xfrm>
            <a:off x="1133856" y="3474720"/>
            <a:ext cx="9555480" cy="1005840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200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布局示意 · 自著内容 · 不是论文结果</a:t>
            </a:r>
          </a:p>
        </p:txBody>
      </p:sp>
      <p:sp>
        <p:nvSpPr>
          <p:cNvPr id="9" name="PFS_CITATION"/>
          <p:cNvSpPr txBox="1"/>
          <p:nvPr/>
        </p:nvSpPr>
        <p:spPr>
          <a:xfrm>
            <a:off x="1124712" y="6217920"/>
            <a:ext cx="8869680" cy="320040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20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Paper Figure Story v1.1.0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question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1000">
                <a:solidFill>
                  <a:srgbClr val="174994"/>
                </a:solidFill>
                <a:latin typeface="Times New Roman"/>
                <a:ea typeface="Microsoft YaHei"/>
                <a:cs typeface="Times New Roman"/>
              </a:rPr>
              <a:t>FIGURE STORY  /  QUESTION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2700">
                <a:solidFill>
                  <a:srgbClr val="17345E"/>
                </a:solidFill>
                <a:latin typeface="Times New Roman"/>
                <a:ea typeface="Microsoft YaHei"/>
                <a:cs typeface="Times New Roman"/>
              </a:rPr>
              <a:t>一页科研故事要讲清什么？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900">
                <a:solidFill>
                  <a:srgbClr val="40536B"/>
                </a:solidFill>
                <a:latin typeface="Times New Roman"/>
                <a:ea typeface="Microsoft YaHei"/>
                <a:cs typeface="Times New Roman"/>
              </a:rPr>
              <a:t>Paper Figure Story · authored layout example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b="1" sz="900">
                <a:solidFill>
                  <a:srgbClr val="174994"/>
                </a:solidFill>
                <a:latin typeface="Times New Roman"/>
                <a:ea typeface="Microsoft YaHei"/>
                <a:cs typeface="Times New Roman"/>
              </a:rPr>
              <a:t>02</a:t>
            </a:r>
          </a:p>
        </p:txBody>
      </p:sp>
      <p:sp>
        <p:nvSpPr>
          <p:cNvPr id="10" name="PFS_LEAD"/>
          <p:cNvSpPr txBox="1"/>
          <p:nvPr/>
        </p:nvSpPr>
        <p:spPr>
          <a:xfrm>
            <a:off x="731520" y="1609344"/>
            <a:ext cx="10424160" cy="960120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sz="1900">
                <a:solidFill>
                  <a:srgbClr val="40536B"/>
                </a:solidFill>
                <a:latin typeface="Times New Roman"/>
                <a:ea typeface="Microsoft YaHei"/>
                <a:cs typeface="Times New Roman"/>
              </a:rPr>
              <a:t>先明确问题，再对照实际对象和读数，最后说明证据可以支持到哪一层。</a:t>
            </a:r>
          </a:p>
        </p:txBody>
      </p:sp>
      <p:sp>
        <p:nvSpPr>
          <p:cNvPr id="11" name="DECOR_card"/>
          <p:cNvSpPr/>
          <p:nvPr/>
        </p:nvSpPr>
        <p:spPr>
          <a:xfrm>
            <a:off x="658368" y="2798064"/>
            <a:ext cx="10863072" cy="3429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COR_cardbar"/>
          <p:cNvSpPr/>
          <p:nvPr/>
        </p:nvSpPr>
        <p:spPr>
          <a:xfrm>
            <a:off x="658368" y="2852928"/>
            <a:ext cx="59436" cy="3264408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FS_BULLETS"/>
          <p:cNvSpPr txBox="1"/>
          <p:nvPr/>
        </p:nvSpPr>
        <p:spPr>
          <a:xfrm>
            <a:off x="1005840" y="3072384"/>
            <a:ext cx="10058400" cy="2697480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0" sz="2100">
                <a:solidFill>
                  <a:srgbClr val="17345E"/>
                </a:solidFill>
                <a:latin typeface="Times New Roman"/>
                <a:ea typeface="Microsoft YaHei"/>
                <a:cs typeface="Times New Roman"/>
              </a:rPr>
              <a:t>•  原始Figure与实验/分析对照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0" sz="2100">
                <a:solidFill>
                  <a:srgbClr val="17345E"/>
                </a:solidFill>
                <a:latin typeface="Times New Roman"/>
                <a:ea typeface="Microsoft YaHei"/>
                <a:cs typeface="Times New Roman"/>
              </a:rPr>
              <a:t>•  具体发现、关键数字与阶段认识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0" sz="2100">
                <a:solidFill>
                  <a:srgbClr val="17345E"/>
                </a:solidFill>
                <a:latin typeface="Times New Roman"/>
                <a:ea typeface="Microsoft YaHei"/>
                <a:cs typeface="Times New Roman"/>
              </a:rPr>
              <a:t>•  无法证明的机制与下一项问题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